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Dora-MoveIt2 + GEN72</a:t>
            </a:r>
            <a:br/>
            <a:r>
              <a:t>双臂机器人精简课程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基于 dora-rs 数据流框架 · MuJoCo 仿真 · Python 全栈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D6"/>
                </a:solidFill>
                <a:latin typeface="Microsoft YaHei"/>
              </a:defRPr>
            </a:pPr>
            <a:r>
              <a:t>纯Python · pip安装 · 5分钟上手 · API兼容ROS MoveIt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目标硬件：双 Realman GEN72 7-DOF 机械臂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课程大纲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241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主题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关键内容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第1章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环境搭建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pip install, MuJoCo, dora up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第2章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数据流基础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操作器, YAML数据流, Config注入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第3章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GEN72模型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Python Config类, 关节限制, FK链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第4章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配置体系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RobotConfig协议, DualArmConfig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第5章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MoveGroup API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go(), set_named_target(), 笛卡尔路径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第6章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单臂规划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关节目标, 笛卡尔路径, 抓取, 避障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第7章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双臂协调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DualMoveGroup, 14D规划, 同步运动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第8章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综合实验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抓取-传递-放置 完整Demo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课程介绍与环境搭建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Course Introduction &amp; Environment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286000"/>
            <a:ext cx="73152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为什么选择 Dora-MoveIt2？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4D4D"/>
                </a:solidFill>
                <a:latin typeface="Microsoft YaHei"/>
              </a:defRPr>
            </a:pPr>
            <a:r>
              <a:t>ROS2 + MoveIt2 的痛点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E84D4D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安装复杂：需特定Ubuntu版本，C++编译30分钟+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E84D4D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概念繁多：节点/话题/服务/TF树/URDF/SRDF...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E84D4D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调试困难：DDS中间件 + colcon构建系统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53"/>
                </a:solidFill>
                <a:latin typeface="Microsoft YaHei"/>
              </a:defRPr>
            </a:pPr>
            <a:r>
              <a:t>Dora-MoveIt2 的优势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纯Python：pip install 即装即用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数据流YAML：一个文件定义所有连接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MuJoCo仿真：自带3D可视化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API一致：与ROS MoveIt几乎完全一致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657600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ROS2 + MoveIt2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Dora-MoveIt2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安装时间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30分钟+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5分钟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操作系统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Ubuntu 22.04 only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macOS / Linux 均可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构建系统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colcon + CMake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pip install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配置方式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Setup Assistant GUI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Python类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仿真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Gazebo + RViz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MuJoCo（自带可视化）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三步完成环境搭建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# Step 1: 安装dora框架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pip install dora-rs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# Step 2: 克隆并安装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git clone https://github.com/dora-rs/dora-moveit2.git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cd dora-moveit2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pip install -e dora_moveit/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pip install -e examples/move_group_demo/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pip install -e examples/dual_gen72/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# Step 3: 安装MuJoCo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pip install mujoco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65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环境测试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029200" cy="13716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cd examples/move_group_demo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dora up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dora start dataflows/moveit_example_mujoco.yml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# 看到MuJoCo窗口+机械臂运动 = 成功!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dora 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无需colcon、CMake、rosdep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不限操作系统版本（macOS/Linux均可）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Python 3.9+ 即可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Dora 数据流基础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Dora Dataflow Basics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ROS2 vs Dora 概念映射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ROS2 概念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Dora 等价物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Node（节点）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Operator（操作器）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每个Python脚本就是一个操作器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Topic（话题）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数据流连接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在YAML里声明inputs/outputs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Service（服务）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输出→输入配对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用配对的输入输出模拟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环境变量 (env)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YAML里的env字段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Launch file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Dataflow YAML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一个文件定义整个系统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TF2 坐标树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Config中的FK链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静态配置，无需动态广播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URDF/SRDF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Python Config类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关节限制、碰撞几何全在Python里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操作器基本模式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from dora import Node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import pyarrow as pa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def main():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node = Node()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for event in node: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if event["type"] == "INPUT":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    if event["id"] == "my_input":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        data = event["value"].to_numpy()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        result = process(data)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        node.send_output(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            "my_output",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            pa.array(result)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        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elif event["type"] == "STOP":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       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65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数据流YAML（系统接线图）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nodes: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- id: mujoco_sim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path: .../main.py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inputs: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  tick: dora/timer/millis/10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  control_input: executor/joint_commands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outputs: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  - joint_positions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- id: planner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path: .../planner.py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inputs: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  plan_request: user/plan_request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outputs: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  - trajectory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env: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  ROBOT_CONFIG_MODULE: "...config.gen72"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配置注入机制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D6"/>
                </a:solidFill>
                <a:latin typeface="Microsoft YaHei"/>
              </a:defRPr>
            </a:pPr>
            <a:r>
              <a:t>库操作器不绑定任何特定机器人 — 配置通过环境变量注入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18288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# YAML 中设置环境变量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env: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ROBOT_CONFIG_MODULE: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    "move_group_demo.config.gen72"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486400" cy="18288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# 操作器中加载配置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from dora_moveit.config import load_config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config = load_config()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print(config.NUM_JOINTS)    # 7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7EE787"/>
                </a:solidFill>
                <a:latin typeface="Consolas"/>
              </a:rPr>
              <a:t>print(config.HOME_CONFIG)   # [0,-0.5,...]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换机器人只需：写新Config类 + 改YAML env变量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所有库操作器（规划器、IK、执行器）自动适配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支持单臂和双臂配置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GEN72 机器人模型与配置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GEN72 Robot Model &amp; Configuration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GEN72 Python Config 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6D6"/>
                </a:solidFill>
                <a:latin typeface="Microsoft YaHei"/>
              </a:defRPr>
            </a:pPr>
            <a:r>
              <a:t>代替 URDF/SRDF — 可读、可计算、可继承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7548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class GEN72Config: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NUM_JOINTS = 7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JOINT_LOWER_LIMITS = np.array([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-3.00, -1.83, -3.00, -2.88,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-3.00, -1.71, -3.00])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JOINT_UPPER_LIMITS = np.array([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 3.00,  1.83,  3.00,  0.96,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 3.00,  1.78,  3.00])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LINK_TRANSFORMS =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{"xyz":[0,0,0.218], "rpy":[0,0,0]},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{"xyz":[0,0,0], "rpy":[-1.57,0,0]},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# ... 共7个关节变换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COLLISION_GEOMETRY =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("sphere", [0.055]),  # base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("sphere", [0.045]),  # Link1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# ... 共8个连杆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HOME_CONFIG = np.array(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[0, -0.5, 0, 0, 0, 0.5, 0])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NAMED_POSES =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"home": HOME_CONFIG,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"zero": np.zeros(7),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GEN72 机械臂结构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7个旋转关节（joint1 ~ joint7）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8个连杆（base_link + Link1~7）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Link7 = 末端法兰（安装夹爪）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每个关节有角度限制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  例: joint4 ∈ [-2.88, 0.96] rad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  （约 -165° ~ 55°，不对称）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/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FK链：base → j1 → L1 → j2 → ...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碰撞几何：球形近似每个连杆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500">
                <a:solidFill>
                  <a:srgbClr val="CCDDEE"/>
                </a:solidFill>
                <a:latin typeface="Microsoft YaHei"/>
              </a:rPr>
              <a:t>命名姿态：home, safe, zero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Dora-MoveIt2 配置体系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Dora-MoveIt2 Configuration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配置三层架构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91840" cy="228600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第1层：RobotConfig协议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onsolas"/>
              </a:defRPr>
            </a:pPr>
            <a:r>
              <a:t>库定义的接口协议</a:t>
            </a:r>
            <a:br/>
            <a:br/>
            <a:r>
              <a:t>NUM_JOINTS: int</a:t>
            </a:r>
            <a:br/>
            <a:r>
              <a:t>JOINT_LOWER_LIMITS</a:t>
            </a:r>
            <a:br/>
            <a:r>
              <a:t>LINK_TRANSFORMS</a:t>
            </a:r>
            <a:br/>
            <a:r>
              <a:t>COLLISION_GEOMETRY</a:t>
            </a:r>
            <a:br/>
            <a:r>
              <a:t>HOME_CONFIG</a:t>
            </a:r>
            <a:br/>
            <a:r>
              <a:t>NAMED_POSES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291840" cy="228600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Microsoft YaHei"/>
              </a:defRPr>
            </a:pPr>
            <a:r>
              <a:t>第2层：具体Config类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onsolas"/>
              </a:defRPr>
            </a:pPr>
            <a:r>
              <a:t>用户编写</a:t>
            </a:r>
            <a:br/>
            <a:br/>
            <a:r>
              <a:t>class GEN72Config:</a:t>
            </a:r>
            <a:br/>
            <a:r>
              <a:t>  NUM_JOINTS = 7</a:t>
            </a:r>
            <a:br/>
            <a:r>
              <a:t>  JOINT_LOWER_LIMITS</a:t>
            </a:r>
            <a:br/>
            <a:r>
              <a:t>    = np.array([...])</a:t>
            </a:r>
            <a:br/>
            <a:r>
              <a:t> 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291840" cy="228600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第3层：YAML注入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onsolas"/>
              </a:defRPr>
            </a:pPr>
            <a:r>
              <a:t>运行时绑定</a:t>
            </a:r>
            <a:br/>
            <a:br/>
            <a:r>
              <a:t>env:</a:t>
            </a:r>
            <a:br/>
            <a:r>
              <a:t>  ROBOT_CONFIG_MODULE:</a:t>
            </a:r>
            <a:br/>
            <a:r>
              <a:t>    "app.config.gen72"</a:t>
            </a:r>
            <a:br/>
            <a:br/>
            <a:r>
              <a:t>load_config()自动加载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双臂扩展：DualArmConfig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515600" cy="20116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class DualGEN72Config: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ARM_CHAINS = ["left_arm", "right_arm"]          # 臂链标识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NUM_JOINTS = 7                                    # 每个臂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ARM_BASE_TRANSFORMS = {                           # 基座位置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  "left_arm":  {"xyz": [-0.3, 0, 0.8], "rpy": [0, 0, 0]},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  "right_arm": {"xyz": [0.3, 0, 0.8],  "rpy": [0, 0, 3.14]},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HOME_CONFIG_PER_CHAIN = {"left_arm": HOME, "right_arm": HOME}  # 每臂home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Chapter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MoveGroup Python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MoveGroup Python API Basics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MoveGroup 核心用法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50292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from dora_moveit.workflow.move_group \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import MoveGroup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group = MoveGroup("gen72")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scene = group.get_planning_scene_interface()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# 1. 命名姿态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group.set_named_target("home")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group.go(wait=True)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# 2. 关节目标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group.go([1.57, -0.785, 0, -1.57,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    0, 0.785, 0], wait=True)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# 3. 末端位姿目标 (IK自动求解)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group.set_pose_target(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[0.15, 0.1, 0.6, 0, 0, 0])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group.go(wait=True)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# 4. 笛卡尔路径 (直线运动)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traj, frac = group.compute_cartesian_path(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waypoints, eef_step=0.01)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group.execute(traj, wait=True)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# 5. 避障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scene.add_box("obs", [0,0,0.5],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              [0.1, 0.1, 0.5])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group.go(wait=True)  # 自动避开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7EE787"/>
                </a:solidFill>
                <a:latin typeface="Consolas"/>
              </a:rPr>
              <a:t>scene.remove_world_object("obs")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65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API 对照表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097280"/>
          <a:ext cx="50292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调用方式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命名目标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set_named_target('home')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关节目标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go([j1, j2, ...])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位姿目标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set_pose_target([x,y,z,r,p,y])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规划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plan()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执行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execute(traj)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笛卡尔路径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compute_cartesian_path()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停止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stop()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正运动学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compute_fk()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逆运动学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compute_ik(pose)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添加障碍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scene.add_box(...)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Chapter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单臂运动规划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Single Arm Motion Planning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关节空间规划 &amp; 笛卡尔路径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27432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# 关节空间规划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group.set_named_target("home")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group.go(wait=True)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joint_goal = group.get_current_joint_values()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joint_goal[0] = 1.57   # 底座旋转90°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joint_goal[1] = -0.785  # 肩关节倾斜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joint_goal[3] = -1.57   # 肘关节弯曲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group.go(joint_goal, wait=True)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5303520" cy="237744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# 笛卡尔路径（直线运动）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pos, _ = group.get_current_pose()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waypoints =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[pos[0], pos[1], pos[2]-0.1, 0,0,0],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[pos[0], pos[1]+0.1, pos[2]-0.1, 0,0,0],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traj, frac = group.compute_cartesian_path(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  waypoints, eef_step=0.01)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group.execute(traj, wait=True)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四大核心操作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关节空间规划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  直接控制每个关节角度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  最简单，适合精确姿态控制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/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笛卡尔路径（直线运动）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  末端沿直线运动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  每1cm插值+IK求解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/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简单抓取流程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  接近→下降→抓取→提升→移动→放置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/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避障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  添加碰撞物体到PlanningScene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  RRT-Connect自动规划避障路径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Chapter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双臂协调控制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Dual-Arm Coordination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14D 统一规划架构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6D6"/>
                </a:solidFill>
                <a:latin typeface="Microsoft YaHei"/>
              </a:defRPr>
            </a:pPr>
            <a:r>
              <a:t>两个7D手臂拼接成14D空间 — 一个规划器同时规划 — 天然保证同步和避碰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22860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# 系统数据流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用户 (DualMoveGroup API)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→ plan_request (14D: left_7D + right_7D) → 规划器 (14D RRT-Connect)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→ trajectory (14D) → 执行器 (拆分: left_7D + right_7D)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→ joint_commands (14D) → MuJoCo (14个执行器: 7 left + 7 right)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  → joint_positions (14D) → 规划场景 (per-chain状态跟踪)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启动双臂环境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5029200" cy="13716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cd examples/dual_gen72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dora up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dora start dataflows/dual_gen72_mujoco.yml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7EE787"/>
                </a:solidFill>
                <a:latin typeface="Consolas"/>
              </a:rPr>
              <a:t># 看到两个GEN72臂 + 桌子 + 球 + 盘子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MuJoCo 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左臂（蓝色）x = -0.3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右臂（红色）x = +0.3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400">
                <a:solidFill>
                  <a:srgbClr val="CCDDEE"/>
                </a:solidFill>
                <a:latin typeface="Microsoft YaHei"/>
              </a:rPr>
              <a:t>红球 (0, 0.1, 0.83) + 绿盘 (0, -0.1, 0.82)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DualMoveGroup API — 三种运动模式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292608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Microsoft YaHei"/>
              </a:defRPr>
            </a:pPr>
            <a:r>
              <a:t>同步运动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291840" cy="219456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# 双臂同时回home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group.set_named_target(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left_name="home",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right_name="home")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group.go(wait=True)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# 指定关节目标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group.go(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left_joints=[0.5,...],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right_joints=[-0.5,...],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wait=True)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657600" cy="292608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独立运动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291840" cy="219456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# 只动左臂，右臂不动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group.go_left(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[0, 0.3, 0, -1, 0, 0.5, 0],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wait=True)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# 只动右臂，左臂不动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group.go_right(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[0, 0.3, 0, -1, 0, 0.5, 0],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wait=True)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657600" cy="292608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命名姿态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291840" cy="219456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# 分别设置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group.set_named_target(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left_name="home")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group.set_named_target(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right_name="zero")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group.go(wait=True)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# 同时设置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group.set_named_target(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left_name="home",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right_name="home")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14D统一规划：双臂同时搜索路径，天然保证同步到达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自动避碰：check_inter_arm_collision() 检查左臂×右臂所有链接对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00C853"/>
                </a:solidFill>
                <a:latin typeface="Microsoft YaHei"/>
              </a:rPr>
              <a:t>▸ </a:t>
            </a:r>
            <a:r>
              <a:rPr sz="1600">
                <a:solidFill>
                  <a:srgbClr val="CCDDEE"/>
                </a:solidFill>
                <a:latin typeface="Microsoft YaHei"/>
              </a:rPr>
              <a:t>向后兼容：单臂MoveGroup API完全不受影响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Chapter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综合实验与调试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Final Demo &amp; Debug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综合Demo：双臂抓取-传递-放置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双臂 →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[同步]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09728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188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554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左臂 → 物体上方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[独立]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09728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88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54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左臂下降抓取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[独立]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09728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188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554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左臂提升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[独立]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09728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188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554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右臂 → 接收位置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[独立]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5760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双臂 → 交接位置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[同步]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365760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3749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Step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右臂 → 放置位置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120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[独立]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65760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749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右臂下降放置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120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[独立]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365760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749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右臂撤回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120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[独立]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365760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3749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双臂 → home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5120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[同步]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常见错误与调试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4D"/>
                </a:solidFill>
                <a:latin typeface="Microsoft YaHei"/>
              </a:defRPr>
            </a:pPr>
            <a:r>
              <a:t>规划失败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go() 返回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E84D4D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关节角度超出限制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E84D4D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碰撞/自碰撞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E84D4D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规划超时（路径太复杂）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E84D4D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→ 检查JOINT_LOWER/UPPER_LIMITS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IK求解失败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compute_ik() 返回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FF8C00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目标位置超出工作空间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FF8C00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姿态不可达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FF8C00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→ 用compute_fk()确认范围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FF8C00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→ 调整目标位置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执行超时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卡在poll_until()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轨迹太长/仿真太慢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数据流连接断开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→ dora list 检查节点状态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>
                <a:solidFill>
                  <a:srgbClr val="0096D6"/>
                </a:solidFill>
                <a:latin typeface="Microsoft YaHei"/>
              </a:rPr>
              <a:t>▸ </a:t>
            </a:r>
            <a:r>
              <a:rPr sz="1200">
                <a:solidFill>
                  <a:srgbClr val="CCDDEE"/>
                </a:solidFill>
                <a:latin typeface="Microsoft YaHei"/>
              </a:rPr>
              <a:t>→ dora stop &amp;&amp; dora up 重启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系统架构一览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515600" cy="18288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┌─ 用户代码 (MoveGroup / DualMoveGroup) 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│  set_named_target / go / compute_cartesian_path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└────── plan_request ──┬───── ik_request ──┐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     ┌───────────────▼─┐    ┌────────────▼──┐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     │  Planner (RRT)  │    │  IK (TracIK)  │   所有模块通过YAML数据流连接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     └───────┬─────────┘    └───────┬───────┘   换机器人只改Config+模型    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         trajectory            ik_solution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     ┌───────▼──────────────────────┘        ┌─ Planning Scene ─┐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     │  Trajectory Executor (插值)           │ (场景管理/碰撞)   │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     └───────┬──────────┘                    └──────────────────┘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7EE787"/>
                </a:solidFill>
                <a:latin typeface="Consolas"/>
              </a:rPr>
              <a:t>          joint_commands → MuJoCo (仿真+可视化)                              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课程总结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36576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主题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关键代码/命令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核心收获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Ch1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环境搭建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pip install -e dora_moveit/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5分钟装好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Ch2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数据流基础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YAML + Node事件循环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理解系统架构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Ch3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GEN72模型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GEN72Config类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替代URDF/SRDF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Ch4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配置体系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RobotConfig协议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3层配置注入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Ch5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MoveGroup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go() / set_pose_target()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API兼容ROS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Ch6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单臂规划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compute_cartesian_path()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4大操作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Ch7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双臂协调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DualMoveGroup / go_left()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14D统一规划</a:t>
                      </a:r>
                    </a:p>
                  </a:txBody>
                  <a:tcPr>
                    <a:solidFill>
                      <a:srgbClr val="1F2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Ch8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综合实验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抓取-传递-放置 Demo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DDEE"/>
                          </a:solidFill>
                          <a:latin typeface="Microsoft YaHei"/>
                        </a:defRPr>
                      </a:pPr>
                      <a:r>
                        <a:t>完整流程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6D6"/>
                </a:solidFill>
                <a:latin typeface="Microsoft YaHei"/>
              </a:defRPr>
            </a:pPr>
            <a:r>
              <a:t>核心优势：纯Python · pip安装 · API兼容ROS MoveIt · 14D双臂统一规划 · MuJoCo仿真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感谢学习！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Dora-MoveIt2 + GEN72 双臂机器人精简课程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D6"/>
                </a:solidFill>
                <a:latin typeface="Microsoft YaHei"/>
              </a:defRPr>
            </a:pPr>
            <a:r>
              <a:t>GitHub: github.com/dora-rs/dora-moveit2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课后多实操 · 先练单臂再练双臂 · 有问题GitHub提issue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